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IN" sz="1400" b="0" i="0" u="none" strike="noStrike">
                <a:solidFill>
                  <a:srgbClr val="000000"/>
                </a:solidFill>
                <a:latin typeface="Times New Roman"/>
              </a:rPr>
              <a:t>Comparative Accuracy Across Approaches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Pixel Accuracy (%)</c:v>
                </c:pt>
              </c:strCache>
            </c:strRef>
          </c:tx>
          <c:spPr>
            <a:solidFill>
              <a:srgbClr val="C97A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527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Thresholding</c:v>
                </c:pt>
                <c:pt idx="1">
                  <c:v>Classical
K-Means</c:v>
                </c:pt>
                <c:pt idx="2">
                  <c:v>CNN
Segmentation</c:v>
                </c:pt>
                <c:pt idx="3">
                  <c:v>U-Net
Only</c:v>
                </c:pt>
                <c:pt idx="4">
                  <c:v>MetalVision
(Proposed)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74</c:v>
                </c:pt>
                <c:pt idx="2">
                  <c:v>82</c:v>
                </c:pt>
                <c:pt idx="3">
                  <c:v>88</c:v>
                </c:pt>
                <c:pt idx="4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7-4F1C-ACBF-51C2ED4A56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527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B9C2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527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42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46066" y="1564493"/>
            <a:ext cx="104998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ITA0502-COMPUTER VISION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2212163"/>
            <a:ext cx="110996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 and K-Means Clustering-Based </a:t>
            </a:r>
            <a:r>
              <a:rPr lang="en-US" sz="4000" b="1" dirty="0" err="1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</a:t>
            </a:r>
            <a:r>
              <a:rPr lang="en-US" sz="4000" b="1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Intelligent Metal Surface Color Segmentation Framework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 Director : </a:t>
            </a: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Sasi Rekha, Prof / CSE
</a:t>
            </a:r>
            <a:r>
              <a:rPr lang="en-US" sz="1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: </a:t>
            </a:r>
            <a:r>
              <a:rPr lang="en-US" sz="18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R C Jeni Gracia, AP / CSE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92EA5-EC63-E61B-C84E-E3F790980AE7}"/>
              </a:ext>
            </a:extLst>
          </p:cNvPr>
          <p:cNvSpPr txBox="1"/>
          <p:nvPr/>
        </p:nvSpPr>
        <p:spPr>
          <a:xfrm>
            <a:off x="6316825" y="4648260"/>
            <a:ext cx="5186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M.Maruthi-192425257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Anvesh Chandra Reddy-192472303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Tejesh-192411200</a:t>
            </a:r>
          </a:p>
          <a:p>
            <a:pPr algn="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A.Archishman-192425341</a:t>
            </a:r>
          </a:p>
          <a:p>
            <a:pPr algn="r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K.Subrahmanya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Venkat sai-192472220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A0EEBF-FC13-244B-5AC5-597F855D7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6066" y="192920"/>
            <a:ext cx="10657677" cy="10853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5753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2336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- Overall Design of Project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91947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4919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892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- Techniques, Approaches &amp; Methodologies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1627632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1600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Discussion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2286000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093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2585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Implementation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2944368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29169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3602736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0936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3720" y="35753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09360" y="4261104"/>
            <a:ext cx="457200" cy="457200"/>
          </a:xfrm>
          <a:prstGeom prst="ellipse">
            <a:avLst/>
          </a:prstGeom>
          <a:solidFill>
            <a:srgbClr val="3A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03720" y="42336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325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 surfaces vary widely in color, texture, and finish across manufacturing batches.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inspection of surface color/quality is slow, subjective, and error-prone.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MetalVision combines U-Net (deep learning segmentation) with K-Means clustering (unsupervised color grouping) to automate this process.</a:t>
            </a:r>
            <a:endParaRPr lang="en-US" sz="2400" dirty="0"/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precise, consistent, and scalable color-based segmentation of metal surfaces for quality control.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6868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Design a U-Net based deep learning model for pixel-level segmentation of metal surfaces.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880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Apply K-Means clustering to group segmented regions by dominant color characteristics.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Build an integrated pipeline that combines segmentation accuracy with color-based grouping.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00200" y="4983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Evaluate the framework on real metal surface images for accuracy, consistency, and speed.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93268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metal surface inspection methods struggle to consistently and accurately segment regions by color under varying lighting, surface finish, and material composition. 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is a need for an intelligent framework that combines deep learning-based segmentation with unsupervised color clustering to deliver accurate, consistent, and automated metal surface color segmentation for industrial quality inspection.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487540"/>
              </p:ext>
            </p:extLst>
          </p:nvPr>
        </p:nvGraphicFramePr>
        <p:xfrm>
          <a:off x="458724" y="1348740"/>
          <a:ext cx="11274552" cy="501700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Author(s) &amp; Year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Technique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Advantages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Limitations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Ronneberger et al. (2015)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Original U-Net: encoder-decoder with skip connections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Precise pixel-level masks; works with limited training data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Built for medical images; needs domain adaptation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Lucchese &amp; Mitra (1999)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K-Means clustering in the chromaticity color plane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Simple, fast, fully unsupervised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Sensitive to initial cluster centers &amp; lighting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Pappas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Spatially-constrained K-Means generalization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Reduces noisy clusters via spatial continuity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Added compute cost; k still chosen manually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Xiao et al.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Weighted attention + U-Net residual (steel)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Eases gradient vanishing; better features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 on small, complex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SLMA U-Net (2025)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Spatial-channel attention U-Net for steel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 accuracy on steel/metal surfaces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complex; costlier inference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Low-pass U-Net (2022)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Low-pass filter added before encoder downsampling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Captures high-frequency defect edges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Extra frequency-domain complexity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FDTransUnet (2024)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Transformer + U-Net for aluminum defects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accuracy even with few samples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training &amp; compute cost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RGB-Histogram K-Means (2020)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Auto-selects cluster count from RGB histograms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manual k needed; adaptive per image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Ignores learned spatial/semantic context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2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94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45851F8-28A7-26BE-5C7F-F1BECFFA6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344" y="625151"/>
            <a:ext cx="9787812" cy="6391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1993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1. Image Acquisition &amp; Preprocessing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Resize, denoise, and normalize the input metal surface image.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99339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2. U-Net Segmentation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Encoder-decoder CNN with skip connections produces a pixel-level mask.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3. K-Means Clustering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Groups segmented pixels into color clusters by similarity.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9320" y="4023360"/>
            <a:ext cx="5074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41879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4. Visualization &amp; Evaluation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920" y="47091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400" dirty="0">
                <a:solidFill>
                  <a:srgbClr val="232527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Overlays results and computes IoU, Dice, and accuracy metrics.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 : Preprocessing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66928" y="2263140"/>
            <a:ext cx="10573823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metal surface images are captured or imported from a dataset, then standardized before entering the network.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Resizing gives every image a fixed resolution so the network's input layer stays consistent.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rescales pixel intensities into a small numeric range so training converges faster.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denoising filter (Gaussian or median) suppresses sensor noise and glare from the metal surface, and optional histogram equalization improves contrast on dull or unevenly lit samples.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88855" y="57790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 : U-Net Segmentation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666828" cy="3884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U-Net is a convolutional encoder-decoder network.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encoder repeatedly applies convolution, ReLU activation, and max-pooling to shrink the image spatially while extracting increasingly abstract features.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bottleneck holds the deepest, most compressed feature representation.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decoder then reverses this with up-convolutions, and at each stage concatenates the matching encoder feature map through a skip connection, so fine spatial detail lost during downsampling is recovered.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final 1×1 convolution with a sigmoid/softmax activation outputs a per-pixel segmentation mask.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 : K-Means Clustering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4698" y="2126447"/>
            <a:ext cx="10192043" cy="37611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regions are segmented, each pixel's color (RGB or Lab values) becomes a feature vector.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K-Means partitions these vectors into k groups so that pixels within a group share similar color, while pixels in different groups are dissimilar.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number of clusters k can be fixed from domain knowledge or chosen with the elbow / silhouette method.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algorithm alternates between assigning pixels to the nearest centroid and recomputing centroids, until the assignments stop changing.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 : Visualization &amp; Evaluation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97A3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 / Approach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0890" y="2191761"/>
            <a:ext cx="9399659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predicted segmentation mask and K-Means color clusters are overlaid on the original metal surface image so results can be inspected visually.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parallel, quantitative metrics compare the prediction against ground-truth labels (where available):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Intersection-over-Union and Dice coefficient measure mask overlap quality, while pixel accuracy measures the overall fraction of correctly classified pixels. </a:t>
            </a:r>
          </a:p>
          <a:p>
            <a:pPr marL="342900" indent="-342900" algn="just">
              <a:lnSpc>
                <a:spcPct val="115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scores feed directly into the Results &amp; Discussion analysis.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Discussion</a:t>
            </a:r>
            <a:endParaRPr lang="en-US" sz="36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163982691"/>
              </p:ext>
            </p:extLst>
          </p:nvPr>
        </p:nvGraphicFramePr>
        <p:xfrm>
          <a:off x="548640" y="1508760"/>
          <a:ext cx="4577275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4577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i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values based on reported trends in the literature; to be replaced with measured results.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56395" y="1535137"/>
            <a:ext cx="648696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Combining U-Net with K-Means is expected to outperform either technique alone.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U-Net contributes precise, learned region boundaries.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K-Means adds consistent, interpretable color grouping on top of those regions.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Traditional thresholding and plain K-Means struggle most under variable lighting.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Deeper attention-based U-Net variants(Module 2) should further close the gap.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F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600" b="1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Application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17282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Steel Manufacturing QC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Automated color/finish inspection on production lines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63640" y="17282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Automotive Body Panels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63640" y="21305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Detecting paint or coating inconsistencies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3191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Aerospace Components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35935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Surface uniformity checks on critical metal parts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306324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31912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Coating &amp; Plating Verification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35935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Confirming uniform coverage of protective coatings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46542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Scrap Metal Sorting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5056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Grading recycled metal by surface color/condition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4526280"/>
            <a:ext cx="512064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B9C2C9"/>
            </a:solidFill>
            <a:prstDash val="solid"/>
          </a:ln>
        </p:spPr>
        <p:txBody>
          <a:bodyPr/>
          <a:lstStyle/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46542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97A3D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Corrosion &amp; Rust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3640" y="505663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Tracking oxidation on infrastructure over time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0515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Metal surface color inspection remains largely manual, slow, and inconsistent across industries.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MetalVision</a:t>
            </a: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 addresses this by pairing U-Net's precise pixel-level segmentation with K-Means' unsupervised color grouping.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combined pipeline is designed to be more accurate and consistent than either technique used alone.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Expected outcomes include faster inspection cycles, reduced human error, and scalable deployment across production lines.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Future work: expand to attention-based U-Net variants, adaptive cluster selection, and real-time deployment on edge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[1] O. Ronneberger, P. Fischer, and T. Brox, “U-Net: Convolutional Networks for Biomedical Image Segmentation,” MICCAI, 2015.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[2] L. Lucchese and S. K. Mitra, “Unsupervised segmentation of color images based on k-means clustering in the chromaticity plane,” IEEE CBAIVL, 1999.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[3] T. N. Pappas, “An adaptive clustering algorithm for image segmentation,” IEEE Transactions on Signal Processing.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[4] Xiao et al., “Steel surface defect segmentation using a weighted-attention U-Net with residual connections.”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[5] “SLMA-U-Net: Spatial-Channel Gray-Level Mixed Attention U-Net for steel surface defect segmentation,” 2025.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1274</Words>
  <Application>Microsoft Office PowerPoint</Application>
  <PresentationFormat>Widescreen</PresentationFormat>
  <Paragraphs>166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sunnyarchish@gmail.com</cp:lastModifiedBy>
  <cp:revision>2</cp:revision>
  <dcterms:created xsi:type="dcterms:W3CDTF">2026-08-18T02:50:02Z</dcterms:created>
  <dcterms:modified xsi:type="dcterms:W3CDTF">2026-08-20T07:52:44Z</dcterms:modified>
</cp:coreProperties>
</file>